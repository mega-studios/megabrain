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A9A9A"/>
                </a:solidFill>
                <a:latin typeface="Arial"/>
              </a:rPr>
              <a:t>BLACKBELT ON AGENTIC ABM — MEGABRAIN ACADEMY —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5F5"/>
                </a:solidFill>
                <a:latin typeface="Arial"/>
              </a:rPr>
              <a:t>2. Selecting Target Accounts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9A9A"/>
                </a:solidFill>
                <a:latin typeface="Arial"/>
              </a:rPr>
              <a:t>Build an Ideal Customer Profile, score and rank accounts, and turn a long list of possible customers into a short list worth a dedicated program.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2.1  Set the program goal before you touch a target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"Win new mid-market logos" and "grow existing accounts through cross-sell" are different programs with different target lists -- pick one before you build either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Other goal shapes that show up in practice: shorten the sales cycle by engaging every buying-committee member at once, expand into a new department inside an existing account, improve win rate by getting exec sponsors involved earlier, reduce churn with proactive account plans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Whatever the goal, write it as a number: e.g. "open a conversation with 40 accounts, close 2 pilot deals" -- not "raise awareness"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It's roughly 14x harder to win a new logo than to expand one</a:t>
            </a:r>
          </a:p>
        </p:txBody>
      </p:sp>
      <p:pic>
        <p:nvPicPr>
          <p:cNvPr id="5" name="Picture 4" descr="m2-acquisition-vs-expa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90" y="1371600"/>
            <a:ext cx="860131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Indexed to existing-client upsell = 1x. If your program goal is new-logo acquisition, budget and expect it to take longer than an expansion motion -- that's not a sign something is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Pilot programs: the rule of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Don't bite off more than you can chew -- the most common first-time-ABM mistake is running a pilot across too many industries, tiers, and reps at once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One industry. One account tier (e.g. cluster-ABM only). One relationship stage (cold, or already-met, or upsell -- not a mix). One marketer. One sales rep. One goal. One primary tactic.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Cap the pilot at 20 target accounts maximum -- you can always run a second pilot once the first one proves the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target-shortlist.jpg"/>
          <p:cNvPicPr>
            <a:picLocks noChangeAspect="1"/>
          </p:cNvPicPr>
          <p:nvPr/>
        </p:nvPicPr>
        <p:blipFill>
          <a:blip r:embed="rId2"/>
          <a:srcRect l="22912" r="22912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2.2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Who WILL buy, not who COULD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An Ideal Customer Profile isn't a market-sizing exercise -- if the whole addressable market fits your profile, nothing has changed. A good ICP forces focus, drives personalization, picks the right channels, gives qualification calls a checklist, and feeds directly into the scoring model later this module. You can run more than one ICP -- just give each its own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network-handshake.jpg"/>
          <p:cNvPicPr>
            <a:picLocks noChangeAspect="1"/>
          </p:cNvPicPr>
          <p:nvPr/>
        </p:nvPicPr>
        <p:blipFill>
          <a:blip r:embed="rId2"/>
          <a:srcRect l="22707" r="22707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Align sales and marketing on the goal before the list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The single most common failure mode this module guards against: marketing builds a list nobody in sales believes in. Get both functions in the room before the first account gets scored.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2.3  Six factor groups behind every ICP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six factor groups, plus a disqualifying-factors gate</a:t>
            </a:r>
          </a:p>
        </p:txBody>
      </p:sp>
      <p:pic>
        <p:nvPicPr>
          <p:cNvPr id="5" name="Picture 4" descr="m2-icp-six-factors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37160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Demographic and structural factors describe the company. Behavioral and social-proximity factors describe how it acts and who you know there. Situational and intent factors describe timing -- is now the moment.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Demographic &amp; structural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Demographic: employee count and revenue band, a ceiling above which the account gets too big to serve well, growth-rate segment (hyper-growth vs. stable), industry vertical and sub-vertical, HQ and branch locations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Structural (binary, not scored on a scale): process maturity, independent company vs. regional subsidiary, market leader vs. fast-follower, centralized vs. decentralized decision-making, already using a competitor's product, an existing gap your product could fill, growth by acquisition vs. organic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Structural factors cut cleanly -- a company either has the attribute or it doesn't, which makes them useful for separating "dream client" from "don't bother"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data-spreadsheet-analysis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Behavioral &amp; situational factors need research, not a database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Behavioral: which department actually holds budget power, and how open the company is to unproven vendors. Situational ("trigger events"): new leadership, M&amp;A, a funding round, a hiring wave. About 75% of deals go to whichever vendor helps the buyer name the problem first -- these signals tell you when to show 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Intent data comes in three tiers</a:t>
            </a:r>
          </a:p>
        </p:txBody>
      </p:sp>
      <p:pic>
        <p:nvPicPr>
          <p:cNvPr id="5" name="Picture 4" descr="m2-intent-data-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787" y="1371600"/>
            <a:ext cx="55001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1st-party is free and highest-trust but small. 3rd-party (cooperative/exchange data) has the broadest reach but is noisiest -- use it to widen the net, not to make the final call on an account.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Social proximity: the warm-intro map</a:t>
            </a:r>
          </a:p>
        </p:txBody>
      </p:sp>
      <p:pic>
        <p:nvPicPr>
          <p:cNvPr id="5" name="Picture 4" descr="m2-social-proximity-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348" y="1371600"/>
            <a:ext cx="7498998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 former colleague now at the target account, a mutual LinkedIn connection, or a shared alumni/community network all shorten the path to a first conversation -- map them before you cold-outreach.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Disqualifying factors cut a candidate regardless of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No named budget owner for this category, and no near-term plan to create one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 build-vs-buy culture with a large in-house engineering team already covering the same ground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An account so large that a single logo would consume more delivery capacity than you can safely commit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 product surface so narrow (or so broad) that it doesn't map to any real workflow at the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Locked into a multi-year contract with a direct competitor, with no offramp for 12+ months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Write your own list -- disqualifiers are specific to your business, not a generic checklist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2.4  Sourcing the raw account list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city-office-buildings.jpg"/>
          <p:cNvPicPr>
            <a:picLocks noChangeAspect="1"/>
          </p:cNvPicPr>
          <p:nvPr/>
        </p:nvPicPr>
        <p:blipFill>
          <a:blip r:embed="rId2"/>
          <a:srcRect l="24854" r="24854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From "everyone who could buy" to a workable raw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The goal at this stage is volume with a light filter -- 20 to 50 candidate accounts that roughly match the demographic and structural factors above. Precision scoring comes later.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Where the raw list comes from</a:t>
            </a:r>
          </a:p>
        </p:txBody>
      </p:sp>
      <p:pic>
        <p:nvPicPr>
          <p:cNvPr id="5" name="Picture 4" descr="m2-database-landscap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638" y="1371600"/>
            <a:ext cx="676641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Names verified current as of July 2026 -- Breeze Intelligence is HubSpot's rebrand of the former Clearbit, acquired December 2024. Look-alike modeling tools (Keyplay, Ocean.io) take a handful of your best customers and return companies that resemble them, which is a faster starting point than building demographic filters from scratch.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2.5  Scoring and prioritizing the list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GE/McKinsey grid, applied to account selection</a:t>
            </a:r>
          </a:p>
        </p:txBody>
      </p:sp>
      <p:pic>
        <p:nvPicPr>
          <p:cNvPr id="5" name="Picture 4" descr="m2-ge-mckinsey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895" y="1371600"/>
            <a:ext cx="644590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Score every raw-list account on two axes -- account attractiveness and your competitive/business position -- and the grid tells you the motion: invest in strategic ABM top-right, run programmatic ABM in the middle, and don't spend real budget bottom-left.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A starting weighted-scoring model (adapt the weights to your business)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63040"/>
          <a:ext cx="1091153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Factor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Weight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1 point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3 points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9A9A9A"/>
                          </a:solidFill>
                          <a:latin typeface="Arial"/>
                        </a:rPr>
                        <a:t>5 points</a:t>
                      </a:r>
                    </a:p>
                  </a:txBody>
                  <a:tcPr>
                    <a:solidFill>
                      <a:srgbClr val="1010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Our business position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Industry fit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Commodity / raw materials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Capital equipment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Software / high-growth tech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Geography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0.2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Secondary market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Regional hub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Major metro / core market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Relationship warmth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No connection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1st/2nd-degree LinkedIn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Personally acquainted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Account attractiveness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YoY revenue growth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0.1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Declining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Up to 10%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Over 10%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Digital maturity (site + email)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Neither in place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One of the two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Both, actively used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Agency / consultant experience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Never worked with one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Worked with one once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Ongoing relationship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Staff with relevant skills on payroll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One person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5F5F5"/>
                          </a:solidFill>
                          <a:latin typeface="Arial"/>
                        </a:rPr>
                        <a:t>More than one</a:t>
                      </a:r>
                    </a:p>
                  </a:txBody>
                  <a:tcPr>
                    <a:solidFill>
                      <a:srgbClr val="06060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raw list, scored and plotted</a:t>
            </a:r>
          </a:p>
        </p:txBody>
      </p:sp>
      <p:pic>
        <p:nvPicPr>
          <p:cNvPr id="5" name="Picture 4" descr="m2-scoring-matrix-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540" y="1371600"/>
            <a:ext cx="501061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Illustrative example -- bubble size is deal-size potential. The top-right quadrant becomes your pilot shortlist; everything bottom-left gets de-prioritized, not deleted.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workshop-prioritize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Run the final cut as a team, not a spreadsheet macro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Three things the source training flags here: get sales and marketing to agree on the final shortlist together, not separately; watch for accounts with a reputation as difficult or abusive to work with, however attractive they score; and expect this step to take longer than planned -- that's usually a sign you're doing it properly, not that something's wrong.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Worked examples from the field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Two published account-selection frameworks worth studying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OneLogin's public ICP framework scores each account on five columns: Technical Attributes (the SaaS/IAM stack already in place), Business Attributes (digital-transformation initiatives, workforce distribution), Trigger / Compelling Event (a large-scale app deployment, a security incident), Product Interest (single sign-on at scale), and Pain Points (fragmented identity management). We're summarizing the framework here, not reproducing OneLogin's original slide -- worth finding and reading in full if this maps to your product.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Fabiana Carpio Brunetti, then Director of Global ABM at Pure Storage, has published a five-factor account-selection model that goes beyond ICP fit alone: strategic alignment, revenue potential, engagement opportunity (social proximity), operational readiness, and internal-champion influence. Her core point: anchor the list in data, not just the sales team's gut feel about who they'd like to sell 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2.6  Agentic ABM in practice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MegaBrain: an agent workflow for this module</a:t>
            </a:r>
          </a:p>
        </p:txBody>
      </p:sp>
      <p:pic>
        <p:nvPicPr>
          <p:cNvPr id="5" name="Picture 4" descr="m2-agent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748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Feed the agent your raw list and your weighted scoring model in one prompt, routed through MegaBrain's model-agnostic gateway, and get back a ranked shortlist with a written rationale per account -- the scoring pass that used to take a workshop now takes one prompt, with the workshop still needed to sanity-check the output.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2-ai-network-tech.jpg"/>
          <p:cNvPicPr>
            <a:picLocks noChangeAspect="1"/>
          </p:cNvPicPr>
          <p:nvPr/>
        </p:nvPicPr>
        <p:blipFill>
          <a:blip r:embed="rId2"/>
          <a:srcRect l="15935" r="15935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Other agent tools for account selection &amp;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Clay -- pull firmographic, technographic and funding data per account and run your weighted formula across the whole list automatically.  ZoomInfo Copilot -- AI-assisted account and buying-group identification layered on ZoomInfo's own database.  A Perplexity or other deep-research agent -- given a seed list of best customers, research and write a first-draft ICP narrative.  n8n / Make -- a scheduled workflow that re-scores the account list monthly as firmographic and intent data refreshes.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Exercises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1 -- score the attributes of your ideal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the seed lists from Module 1 (your best 10-15 and worst 10-15 existing customers), run a manual scoring pass across all six factor groups from 2.3 for each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For your best customers, answer: why did they choose you over competitors? What was happening inside their company around the time they bought? Who was involved in the buying process?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Do the same for your worst customers, looking for the inverse pattern -- what do they have in common that your best customers don't?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Write down every factor where best and worst customers clearly diverge -- that divergence is the raw material for your ICP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2 -- build your raw account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Using the demographic and structural factors that came out of Homework 1, build a raw list of 20-50 candidate target accounts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Pull from at least two source categories in the 2.4 landscape chart -- e.g. LinkedIn Sales Navigator plus one look-alike modeling tool -- don't rely on a single database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Capture, at minimum: company name, domain, industry, employee-count band, and HQ location for every account on the list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This raw list is deliberately loose -- resist the urge to over-filter here, that happens in Homework 3-4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3 -- build your own scoring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3-5 factors for account attractiveness and 3-5 factors for your business position -- start from the table in 2.5 and adjust the factors and weights to your own business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Assign a weight to each factor so that attractiveness weights sum to 1.0, and business-position weights separately sum to 1.0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Define what a 1-point, 3-point, and 5-point answer looks like for every factor -- vague bands produce inconsistent scores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If you genuinely don't know a factor's value for a given account yet, give every account the same default score for it rather than guessing account-by-account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4 -- plot the matrix and cut the pilot shortlist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Score every account on your raw list against the model from Homework 3, and plot each one on the GE/McKinsey grid from 2.5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As a team (not solo), identify your 3-10 highest-priority accounts for the ABM pilot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Every account on the pilot shortlist must share the same relationship stage (all cold, or all post-meeting, or all upsell) and the same segment/industry -- mixed shortlists are what section 2.1's "rule of one" is warning against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Bring the finished shortlist and scoring model into Module 3 -- that's where you'll start building account intelligence on each name on the 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