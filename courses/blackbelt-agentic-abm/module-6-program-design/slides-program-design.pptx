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A9A9A"/>
                </a:solidFill>
                <a:latin typeface="Arial"/>
              </a:rPr>
              <a:t>BLACKBELT ON AGENTIC ABM — MEGABRAIN ACADEMY — MODULE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5F5"/>
                </a:solidFill>
                <a:latin typeface="Arial"/>
              </a:rPr>
              <a:t>6. Designing the ABM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9A9A"/>
                </a:solidFill>
                <a:latin typeface="Arial"/>
              </a:rPr>
              <a:t>Warm-up, engagement, nurture and acceleration — assembling touchpoints into a program, a budget, and a RACI-based execution plan.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6.1  Nine ABM plays, from Target to Renewal</a:t>
            </a:r>
          </a:p>
        </p:txBody>
      </p:sp>
      <p:pic>
        <p:nvPicPr>
          <p:cNvPr id="5" name="Picture 4" descr="m6-nine-scenarios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95" y="1371600"/>
            <a:ext cx="852750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The same four timed phases run for every account: warm-up, engagement, nurture, acceleration — then, after the first win, advocacy, up-sell/cross-sell, expansion and renewal reuse the same touchpoints.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warmup-research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6.2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Warm-up &amp; prospecting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Before the first message ever goes out: earn a reason to be noticed. PR, targeted advertising, social selling and offline alternatives all compete for the same ~2-week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Warm-up tactics, by lever</a:t>
            </a:r>
          </a:p>
        </p:txBody>
      </p:sp>
      <p:pic>
        <p:nvPicPr>
          <p:cNvPr id="5" name="Picture 4" descr="m6-warmup-tactics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028" y="1371600"/>
            <a:ext cx="649563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Pick 2-3 of these per account tier, not all six — the point of warm-up is to be recognizable, not to run every channel at once.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Example: a 4-week personal-brand content calendar</a:t>
            </a:r>
          </a:p>
        </p:txBody>
      </p:sp>
      <p:pic>
        <p:nvPicPr>
          <p:cNvPr id="5" name="Picture 4" descr="m6-content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662" y="1371600"/>
            <a:ext cx="885437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simple mix that works on LinkedIn: roughly 50% expert/educational, 20% company or business news, and the rest split across personal, humor, and promotional posts.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first-conversation.jpg"/>
          <p:cNvPicPr>
            <a:picLocks noChangeAspect="1"/>
          </p:cNvPicPr>
          <p:nvPr/>
        </p:nvPicPr>
        <p:blipFill>
          <a:blip r:embed="rId2"/>
          <a:srcRect l="22707" r="22707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6.3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Engagement — the first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The goal of touch one is a reply, not a close. Reference something real about the person or their company before you ask for anything.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Channel effectiveness for a first touch</a:t>
            </a:r>
          </a:p>
        </p:txBody>
      </p:sp>
      <p:pic>
        <p:nvPicPr>
          <p:cNvPr id="5" name="Picture 4" descr="m6-channel-effectiveness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523" y="1371600"/>
            <a:ext cx="925064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warm referral still beats every paid or automated channel — ask for the introduction before you cold-email.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5 ways to open with real context, not a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Their own content: "I read your piece on plant downtime — the point about predictive sensors stuck with me."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Something they engaged with: "Saw your comment on Maria Chen's post about reshoring — you asked for real examples."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What they say about themselves: "Your profile says operational efficiency is what gets you out of bed — fair to guess that's still true?"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Their company, not just them: "Congrats on the new distribution center — that usually means a wave of new hires in ops."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 shared or niche interest works too, but stay close to their world of work, not yours.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industrial-plant.jpg"/>
          <p:cNvPicPr>
            <a:picLocks noChangeAspect="1"/>
          </p:cNvPicPr>
          <p:nvPr/>
        </p:nvPicPr>
        <p:blipFill>
          <a:blip r:embed="rId2"/>
          <a:srcRect t="1086" b="1086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Direct mail &amp; referral outreach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A courier package plus a follow-up call converts to a meeting far better than either alone — every item in the mailer (card, one-pager, testimonial list, CTA) should reinforce the same message.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follow-up cascade</a:t>
            </a:r>
          </a:p>
        </p:txBody>
      </p:sp>
      <p:pic>
        <p:nvPicPr>
          <p:cNvPr id="5" name="Picture 4" descr="m6-followup-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919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Five follow-ups over three weeks, each adding new value (a fresh insight, a relevant case, industry news) — never just "following up on my last email."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nurture-webinar.jpg"/>
          <p:cNvPicPr>
            <a:picLocks noChangeAspect="1"/>
          </p:cNvPicPr>
          <p:nvPr/>
        </p:nvPicPr>
        <p:blipFill>
          <a:blip r:embed="rId2"/>
          <a:srcRect l="19385" r="19385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6.4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Nurture — keeping the account 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This is the longest phase, roughly 10-30 weeks: the job is to stay useful and visible until the account is ready to talk pipeline, not to force a meeting early.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Nurture tactics landscape</a:t>
            </a:r>
          </a:p>
        </p:txBody>
      </p:sp>
      <p:pic>
        <p:nvPicPr>
          <p:cNvPr id="5" name="Picture 4" descr="m6-nurture-tactics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028" y="1371600"/>
            <a:ext cx="649563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Run several of these in parallel and let intent signals (a content-hub visit, a retargeting click, a community reply) tell you when to move an account to acceleration.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executive-meeting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6.5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Acceleration — winning the executive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A different playbook for the last mile: relationship-building with the people who actually sign, not more content.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Executive engagement tactics, ranked</a:t>
            </a:r>
          </a:p>
        </p:txBody>
      </p:sp>
      <p:pic>
        <p:nvPicPr>
          <p:cNvPr id="5" name="Picture 4" descr="m6-exec-tactics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701" y="1371600"/>
            <a:ext cx="876629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Executive briefing centres and industry-association access consistently outperform generic executive events — invest where the relationship is 1:1, not 1:many.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6.6  Assembling the program: budget, timeline, RACI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RACI: agree who does what before you build the plan</a:t>
            </a:r>
          </a:p>
        </p:txBody>
      </p:sp>
      <p:pic>
        <p:nvPicPr>
          <p:cNvPr id="5" name="Picture 4" descr="m6-raci-expl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61" y="1371600"/>
            <a:ext cx="875157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Every task in the plan below gets exactly one Accountable owner — assign this before the first week starts, not after something slips.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industrial-plant.jpg"/>
          <p:cNvPicPr>
            <a:picLocks noChangeAspect="1"/>
          </p:cNvPicPr>
          <p:nvPr/>
        </p:nvPicPr>
        <p:blipFill>
          <a:blip r:embed="rId2"/>
          <a:srcRect t="1086" b="1086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A Fortune 500 industrial client (anonymized)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The in-class capstone example (anonymized here; the original used a real client's actual campaign name, target-account list, task-level hours, and budget). We use it below as a generic "industrial equipment manufacturer" running a plant-efficiency-audit campaign against 20 target accounts, with illustrative, round figures.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6-week execution timeline</a:t>
            </a:r>
          </a:p>
        </p:txBody>
      </p:sp>
      <p:pic>
        <p:nvPicPr>
          <p:cNvPr id="5" name="Picture 4" descr="m6-gantt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32" y="1371600"/>
            <a:ext cx="879163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Sixteen tasks, 182 hours total, laid out against the calendar — build this before week 1, not incrementally as you 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Budget by tactic (illustrative)</a:t>
            </a:r>
          </a:p>
        </p:txBody>
      </p:sp>
      <p:pic>
        <p:nvPicPr>
          <p:cNvPr id="5" name="Picture 4" descr="m6-budge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738" y="1371600"/>
            <a:ext cx="827021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$9,500 total for this six-week push against 20 accounts — direct mail and retargeting media are the only hard media costs; everything else is team hours.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KPIs for the worked example, now / +1 / +3 / +6 months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1153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Now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+1 month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+3 months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+6 months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Engaged chief engineers / plant managers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Completed plant-efficiency audits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Opportunities in pipeline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Pipeline value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$150,000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$400,000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Stakeholder relationship score (avg. change)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+0.5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+1.5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+2.5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minimal ABM team &amp; its meeting cadence</a:t>
            </a:r>
          </a:p>
        </p:txBody>
      </p:sp>
      <p:pic>
        <p:nvPicPr>
          <p:cNvPr id="5" name="Picture 4" descr="m6-team-ca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421" y="1371600"/>
            <a:ext cx="964485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Three roles is the floor, not the ceiling — Marketing, SDR and Sales each own a different stretch of the same account journey, and the cadence is what keeps them from drifting apart.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Keys to sales-and-marketing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Start with one joint kickoff meeting — explain why ABM changes how the two teams already work together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Agree shared definitions in writing: what counts as a qualified account, an engaged contact, a sales-ready opportunity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Tie part of marketing's bonus to pipeline created and won, not just leads delivered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Include marketing in forecasting calls — visibility into the number raises marketing's accountability for 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Run a regular joint account-review meeting (some teams call these "quarterback meetings") with clear ground rules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Agree an SLA for research quality, response time, and account attention — and get executive sponsorship before rollout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6.8  Agentic ABM in practice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MegaBrain: an agent workflow for this module</a:t>
            </a:r>
          </a:p>
        </p:txBody>
      </p:sp>
      <p:pic>
        <p:nvPicPr>
          <p:cNvPr id="5" name="Picture 4" descr="m6-ag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748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Paste in your touchpoint list and target-account count; the agent proposes a scheduled program with hours, owners, and a first-draft RACI — a starting point to edit, not a finished plan.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6-automation-tools.jpg"/>
          <p:cNvPicPr>
            <a:picLocks noChangeAspect="1"/>
          </p:cNvPicPr>
          <p:nvPr/>
        </p:nvPicPr>
        <p:blipFill>
          <a:blip r:embed="rId2"/>
          <a:srcRect l="28304" r="28304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Other agent &amp; automation tools for program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monday.com — the shared touchpoint calendar and RACI board the whole team edits together.  Salesloft (now positioned as a "revenue workflow platform" after Clari's 2025 acquisition) — sequences and executes the multi-channel cadence per account.  Calendly — removes the back-and-forth from booking executive briefings, demos, and QBRs.  Make — wires signals across systems, e.g. auto-creating a CRM task and a Slack alert the moment a target account revisits a content hub.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Exercises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1 — draft your own ABM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Pick one account tier from your Module 2 shortlist (or a single 1:1 account) and pick the four phases: warm-up, engagement, nurture, acceleration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For each phase, select 2-3 tactics from this module's tactics grids — write down which ones and why they fit this account tier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List every touchpoint in sequence with a rough week number, using the 6-week timeline in this module as a template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Estimate hours per task and assign one Accountable owner to each — use the RACI template, not just a to-do list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Sanity-check the total hours against who you actually have available before you commit to the calendar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2 — fill in the budget &amp; RACI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Open program-budget-raci-template.xlsx (linked below) and clear every example value on the Budget &amp; RACI sheet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Enter your own program's tasks, hours, and illustrative or real budget figures, one row per task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Assign R/A/C/I using your own team's role labels — resist leaving any task without exactly one Accountable owner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Fill in the Program Setup sheet: target-account count, campaign name, goal, and KPIs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Log at least 3 real open questions or blockers on the Action Items sheet before you call the plan final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3 — design your internal 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Decide which of the two rollout patterns from this module fits your org: a full workshop-and-pilot-team launch, or a lightweight 3-account pilot with one enthusiastic colleague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If piloting: pick exactly 3 target accounts, personalize the touchpoints for their real stakeholders, and set a 90-day review date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Book the recurring meetings now, not later: a weekly stand-up, a monthly metrics review, and a quarterly business review with leadership invited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Write one paragraph on what "good" looks like after 90 days — this becomes the yardstick for your Homework 4 test run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4 — run one week of the program through MegaBrain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Using the MegaBrain account you set up in Module 1, feed your Homework 1 touchpoint list into an agent prompt asking for a scheduled program with owners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Compare the agent's draft plan against your own manual draft — note every place they disagree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Pick the single biggest disagreement and resolve it by hand — this is the judgment call an agent can't make for you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Keep both drafts; you'll want the comparison the first time a stakeholder asks "why does the plan look like this?"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