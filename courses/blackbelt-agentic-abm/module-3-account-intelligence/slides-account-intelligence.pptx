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A9A9A"/>
                </a:solidFill>
                <a:latin typeface="Arial"/>
              </a:rPr>
              <a:t>BLACKBELT ON AGENTIC ABM — MEGABRAIN ACADEMY — 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F5F5"/>
                </a:solidFill>
                <a:latin typeface="Arial"/>
              </a:rPr>
              <a:t>3. Account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A9A9A"/>
                </a:solidFill>
                <a:latin typeface="Arial"/>
              </a:rPr>
              <a:t>Four levels of research, where to find it, and how to capture it in an account plan — so your personalization is built on fact, not a guess.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3.1  Why account intelligence: the cascade</a:t>
            </a:r>
          </a:p>
        </p:txBody>
      </p:sp>
      <p:pic>
        <p:nvPicPr>
          <p:cNvPr id="5" name="Picture 4" descr="m3-cascad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27264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Most sales failures trace back to one thing: not understanding the individual's actual priorities. Research runs top-down so your pitch can land bottom-up.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3-analyst-desk.jpg"/>
          <p:cNvPicPr>
            <a:picLocks noChangeAspect="1"/>
          </p:cNvPicPr>
          <p:nvPr/>
        </p:nvPicPr>
        <p:blipFill>
          <a:blip r:embed="rId2"/>
          <a:srcRect l="20561" r="20561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Two questions before you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How deep does this account need to go, and who's actually doing the digging? A 1:1 strategic account earns a full account plan; a cluster account gets a lighter template — but every account gets an answer to both questions before research starts.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four levels of account intelligence</a:t>
            </a:r>
          </a:p>
        </p:txBody>
      </p:sp>
      <p:pic>
        <p:nvPicPr>
          <p:cNvPr id="5" name="Picture 4" descr="m3-four-levels-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27" y="1371600"/>
            <a:ext cx="6908441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Widest at the top, most personal at the bottom. Skipping straight to the individual without the industry and company context above it is how personalization turns into guesswork.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3.2  Where to find it — four source categories</a:t>
            </a:r>
          </a:p>
        </p:txBody>
      </p:sp>
      <p:pic>
        <p:nvPicPr>
          <p:cNvPr id="5" name="Picture 4" descr="m3-source-categories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4" cy="35347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Open sources are the default. The other three take more effort per account, which is exactly why they're reserved for accounts worth the effort.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What to ask your own sales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What are the client's current problems and priorities, as they've told you?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What's the culture like inside the account — consensus-driven, top-down, slow, fast?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What projects are already running with this client, and what's their status?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Which of our strengths does the client actually notice and value?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Which competitors are active in this account, and why did they win or lose the last deal?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Is there any visibility into this account's budget for similar initiatives?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Where have we been most successful with this client so far — and why?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3-handshake-decision-maker.jpg"/>
          <p:cNvPicPr>
            <a:picLocks noChangeAspect="1"/>
          </p:cNvPicPr>
          <p:nvPr/>
        </p:nvPicPr>
        <p:blipFill>
          <a:blip r:embed="rId2"/>
          <a:srcRect l="22707" r="22707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The discovery call: confirm, don't assume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Don't start at the top of the org chart — it's easier to get a straight answer lower down. Confirm the goals and pain points you already believe are true, ask which one is most urgent, and ask directly what criteria they'll use to choose a vendor.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3.3  Company-level research: initiatives are the hook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3-office-building.jpg"/>
          <p:cNvPicPr>
            <a:picLocks noChangeAspect="1"/>
          </p:cNvPicPr>
          <p:nvPr/>
        </p:nvPicPr>
        <p:blipFill>
          <a:blip r:embed="rId2"/>
          <a:srcRect t="9221" b="9221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Key initiatives: your entry point into the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A key initiative is a project outside day-to-day operations meant to change the company or its results — usually 3-5 years long, with a name and a measurable target ('from A to B'). Your offer needs to visibly move the needle on one of the account's top five, not just be generically relevant.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Mapping your offer onto a business imperative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91153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Worked example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Business imperative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Employees expect secure access to company systems from any device, anywhere, anytime.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Client initiative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Project "Anywhere Workforce" — give every consultant remote-office-grade access to core systems.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Target audience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HR, IT and Finance leaders who know flexibility now equals productivity — but whose infrastructure wasn't built for it.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Our solution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A fully managed IT service supporting remote work on any device, billed on usage, with real-time reporting.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Benefits if they choose us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Better cash flow (opex not capex), IT freed from break-fix work, instant scaling with headcount changes.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Why us, not a competitor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Already running for 75 companies and 150,000 employees globally, on security-first infrastructure.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opportunity matrix: initiatives × solution lines</a:t>
            </a:r>
          </a:p>
        </p:txBody>
      </p:sp>
      <p:pic>
        <p:nvPicPr>
          <p:cNvPr id="5" name="Picture 4" descr="m3-opportunity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617" y="1371600"/>
            <a:ext cx="804446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Once you've listed 3-7 key initiatives per account, map every product or service line you sell against them. Empty rows are accounts you can't yet justify chasing; empty columns are offers with no current 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Self-check before you pitch an initiative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What are the account's 3-7 key initiatives — including ones that don't touch you directly?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Which of those initiatives can your offer realistically attach to, and why?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Who inside the account owns each initiative? (Often visible in annual reports, or from a conversation with a junior contact.)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How is success on that initiative measured and rewarded internally?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Which parts of the organization does the initiative actually touch — rarely just one department?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Can you prove, not just assert, why your offer is necessary to that initiative's success?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3.4  Persona and individual-level research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3-whiteboard-planning.jpg"/>
          <p:cNvPicPr>
            <a:picLocks noChangeAspect="1"/>
          </p:cNvPicPr>
          <p:nvPr/>
        </p:nvPicPr>
        <p:blipFill>
          <a:blip r:embed="rId2"/>
          <a:srcRect l="22733" r="22733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What to capture on each stakeholder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Profile: photo, title and tenure, past roles, education, DISC/communication style, professional associations, talks and articles. Psychographics: personal needs, career goals, fears, family-relevant context. All of it feeds one purpose — a conversation that sounds like you already know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Five ways to open a conversation with a decision-maker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Content they authored — "Priya, I read your piece on vendor consolidation, and the point about hidden integration cost really landed..."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Content they engaged with — "Marcus, I saw your comment on David Reyes' post about renewal pricing — sounds like that's a live issue for you too..."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How they describe themselves — "Sarah, your profile says developing people is what you care about most — what's the biggest blocker to that this year?"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Personal interests, hobbies, alma mater — a genuine, specific reference beats a generic compliment every time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Their company's own news — "Congratulations on the 40% growth last quarter — I imagine that's put real strain on onboarding?"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Account &amp; contact research stack — July 2026</a:t>
            </a:r>
          </a:p>
        </p:txBody>
      </p:sp>
      <p:pic>
        <p:nvPicPr>
          <p:cNvPr id="5" name="Picture 4" descr="m3-contact-data-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42703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No single tool wins every category — most teams chain 2-3 together (a "waterfall") so a miss on one provider gets picked up by the next.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Boolean / X-ray search, and where the ethical line sits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Boolean search: combine site: / company: / job-title operators to search a specific platform — e.g. site:linkedin.com/in "VP Marketing" "Acme Corp" — this is standard, public-web search craft, nothing exotic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The original training also referenced a third-party "Google dorks for OSINT" cheat sheet as further reading — not reproduced here; search technique is genuinely useful, but always stay inside what's public and permitted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The training also covered a "non-traditional sources" category: paid qualitative research, mystery shopping your own competitors, and interviews with former employees — these can be legitimate market research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It also described impersonation-based tactics (fake tenders, pretexting phone calls to identify a decision-maker, scraping personal phone numbers from social platforms) — we're not reproducing the how-to: in the US/EU/UK this risks GDPR, CCPA, wiretap and computer-fraud exposure, not just an ethics question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Rule of thumb: if the tactic depends on the target not knowing who you really are or what you're collecting, don't run it — full stop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Roles inside the buying committee</a:t>
            </a:r>
          </a:p>
        </p:txBody>
      </p:sp>
      <p:pic>
        <p:nvPicPr>
          <p:cNvPr id="5" name="Picture 4" descr="m3-stakeholder-roles-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37160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Exactly one economic buyer per deal; usually several users and several technical buyers/gatekeepers (professional "no" people who rarely control budget); and a coach you have to find and develop — they don't walk in the door on their own.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Scoring attitude toward you, stakeholder by stakeholder</a:t>
            </a:r>
          </a:p>
        </p:txBody>
      </p:sp>
      <p:pic>
        <p:nvPicPr>
          <p:cNvPr id="5" name="Picture 4" descr="m3-attitude-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82" y="1371600"/>
            <a:ext cx="1024353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Score every named stakeholder on this -5 to +5 scale, alongside their role and degree of contact (none / brief / several touches / constantly in touch). The pattern across the whole committee is the real signal, not any single score.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3-magnifying-glass-documents.jpg"/>
          <p:cNvPicPr>
            <a:picLocks noChangeAspect="1"/>
          </p:cNvPicPr>
          <p:nvPr/>
        </p:nvPicPr>
        <p:blipFill>
          <a:blip r:embed="rId2"/>
          <a:srcRect l="22733" r="22733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The relationship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Once every stakeholder is scored, lay the buying committee out visually — reporting lines, who influences whom, where the gaps are. A simple diagramming tool is enough; the value is in forcing you to say out loud who you haven't met yet.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Assembling the account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Account overview — history, structure, business units, geography, key financials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Relationship history and current install base — us vs. competitors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Market trends, risks, and regulatory change relevant to this account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Goals and key initiatives, plus a Power SWOT specific to this account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Buying committee: org structure with roles, not just names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Stakeholder scorecards: role, attitude, relationship strength, personal needs (see 3.4-3.5)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Decision criteria vs. named competitors, and the opportunity matrix from 3.3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 6-month strategy and timeline, plus a working content and partner plan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How much this actually costs in hours</a:t>
            </a:r>
          </a:p>
        </p:txBody>
      </p:sp>
      <p:pic>
        <p:nvPicPr>
          <p:cNvPr id="5" name="Picture 4" descr="m3-effort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74" y="1371600"/>
            <a:ext cx="9786347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Budget research time by tier, not by wishful thinking — and set BDR expectations against the real math of outbound before Module 4's KPI targets.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3.6  Agentic ABM in practice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MegaBrain: an agent workflow for this module</a:t>
            </a:r>
          </a:p>
        </p:txBody>
      </p:sp>
      <p:pic>
        <p:nvPicPr>
          <p:cNvPr id="5" name="Picture 4" descr="m3-agen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37481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One prompt, routed through MegaBrain's model-agnostic gateway, turns a bare account name into a structured first-draft account plan — industry trends, company initiatives, and a stakeholder starting list, with sources cited so a human can verify before it goes anywhere near a prospect.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3-laptop-dashboard.jpg"/>
          <p:cNvPicPr>
            <a:picLocks noChangeAspect="1"/>
          </p:cNvPicPr>
          <p:nvPr/>
        </p:nvPicPr>
        <p:blipFill>
          <a:blip r:embed="rId2"/>
          <a:srcRect l="22733" r="22733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Other agent tools for account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Clay — chain multiple contact-data providers into one enrichment "waterfall" for your stakeholder list.  LinkedIn Sales Navigator + an AI copilot — turn saved searches and alerts into a drafted account brief.  A web-research / deep-research agent (e.g. a Perplexity- or ChatGPT-style deep-research mode) — summarize a target industry's 2026 trends with citations in minutes, not a day.  Fireflies.ai or Otter.ai — auto-summarize a discovery call into the same fields your account plan needs, no manual note-taking.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Exercises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1 — build one full account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Take the #1-ranked account from your Module 2 shortlist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Fill in the account overview and relationship-history sections from open sources (site, news, any public filings)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Identify 3-5 key initiatives for that account and write one line each on how your offer could attach to it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Map at least 5 real stakeholders with role, attitude estimate, and degree of contact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Run the opportunity matrix from 3.3 against your own product/service lines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Have a colleague or manager sanity-check the plan for gaps within a week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2 — run one real discovery call or sales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Book 30 minutes with your own AE/CSM/BDR who has touched this account, or with the client directly if you have a live relationship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Take the question sets from 3.2 into the conversation — sales-team version if internal, discovery-call version if it's the client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Write the answers straight into your account plan's "situation" and "key initiatives" fields, not into a separate notes doc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Flag anything that contradicts what you assumed from open sources — that gap is usually the most useful finding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3 — build your contact-data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Pick two tools from the 3.4 landscape that cover different categories — e.g. LinkedIn Sales Navigator (from Module 1's Homework 3) plus Hunter.io or Apollo.io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Sign up for the free tier or trial of each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Enrich the stakeholder list from Homework 1: find a verified work email and LinkedIn URL for at least 5 people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Validate at least 5 of the emails you find with a verification tool before you consider them usable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4 — run an agent-built account brief through MegaBrain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Using the MegaBrain account you set up in Module 1's Homework 4, write a research prompt for your Homework-1 account's industry: ask for recent trends, regulatory changes, and 5 named industry voices with sources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Run a second prompt asking specifically for that account's public key initiatives and who owns them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Paste both outputs into the relevant sections of your account plan, and verify every factual claim against its cited source before you trust it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Note where the agent's draft was useful vs. where it guessed — bring both examples to the Module 4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