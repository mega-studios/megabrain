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A9A9A"/>
                </a:solidFill>
                <a:latin typeface="Arial"/>
              </a:rPr>
              <a:t>BLACKBELT ON AGENTIC ABM — MEGABRAIN ACADEMY —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5F5"/>
                </a:solidFill>
                <a:latin typeface="Arial"/>
              </a:rPr>
              <a:t>4. ABM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9A9A"/>
                </a:solidFill>
                <a:latin typeface="Arial"/>
              </a:rPr>
              <a:t>Three groups of metrics, the waterfall funnel by tier, and how to prove progress before deals close.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4.1  The 3R framework: Revenue, Relations, Reputation</a:t>
            </a:r>
          </a:p>
        </p:txBody>
      </p:sp>
      <p:pic>
        <p:nvPicPr>
          <p:cNvPr id="5" name="Picture 4" descr="m4-three-r-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37160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Before you can prove an ABM program works, agree what "working" means. Three groups of metrics, tracked together — not revenue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4-dashboard-review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Stop counting leads. Start counting companies.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"We sign contracts with COMPANIES" — a line from the source training, aimed at a room full of marketers still reporting MQLs and click-through rate. David Ogilvy, decades earlier, made the same point: don't count the people you reach — reach the people who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Case study: JLL's pilot ABM program, plan vs. actual</a:t>
            </a:r>
          </a:p>
        </p:txBody>
      </p:sp>
      <p:pic>
        <p:nvPicPr>
          <p:cNvPr id="5" name="Picture 4" descr="m4-jll-case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48" y="1371600"/>
            <a:ext cx="844699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13 target accounts, a demand map worth $21.2M across 49 buying centers, 144 validated DM/influencer contacts. Six months in, actuals beat plan on every tracked metric. (Contact-map detail anonymized here — the original named real individuals at a real account.)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4.2  Reputation — the trust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Customer loyalty ladder: from Prospect to Engaged</a:t>
            </a:r>
          </a:p>
        </p:txBody>
      </p:sp>
      <p:pic>
        <p:nvPicPr>
          <p:cNvPr id="5" name="Picture 4" descr="m4-loyalty-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42316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share-of-wallet framework for judging whether a target account is actually deepening its relationship with you, not just buying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Champion vs. Influencer vs. Coach</a:t>
            </a:r>
          </a:p>
        </p:txBody>
      </p:sp>
      <p:pic>
        <p:nvPicPr>
          <p:cNvPr id="5" name="Picture 4" descr="m4-champion-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069" y="1371600"/>
            <a:ext cx="546155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real champion has all three: incentive (something personal riding on your deal), influence (social capital to move others), and information (they help you navigate the account). Missing incentive = an Influencer. Missing influence = a Coach.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Four tests to confirm you actually have a champion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Channel switch — end a call by asking to move to a more personal channel (text, WhatsApp); a real champion says yes without hesitation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Ask them to describe their own buying process — a committed champion maps it out freely; a hesitant one keeps the map to themselves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The small ask — request an intro or five minutes of feedback on a deck; did they actually do it?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Teach-back — ask how they'd explain your solution internally with you not in the room, and offer to role-play the objections they'd 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Reputation — possible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Number of coaches / champions developed per target account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Awareness of the target account's internal strategic initiatives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Brand-perception trend and target-account website traffic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Opt-in rate: downloads of thought-leadership content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Campaign response rate; satisfaction / NPS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Customer loyalty trend (ladder stage); references given; case-study consent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4.3  Relations — coverage &amp; engagement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Weighting engagement: an "attribution in minutes" model</a:t>
            </a:r>
          </a:p>
        </p:txBody>
      </p:sp>
      <p:pic>
        <p:nvPicPr>
          <p:cNvPr id="5" name="Picture 4" descr="m4-attribution-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26" y="1371600"/>
            <a:ext cx="812264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Assign every touch type a weight, then sum weighted minutes per contact and per account. Two published examples of the same idea: Grant Thornton's points-based engagement score, and Localytics' engagement-minutes × role-multiplier model (5x for CXO down to 1x for "other").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Illustrative engagement heat map: department × seniority</a:t>
            </a:r>
          </a:p>
        </p:txBody>
      </p:sp>
      <p:pic>
        <p:nvPicPr>
          <p:cNvPr id="5" name="Picture 4" descr="m4-engagement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712" y="1371600"/>
            <a:ext cx="643027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The same weighted-minutes data, rolled up by department and seniority level, shows you exactly where in the buying committee you're actually landing — and where you have zero coverage.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Account engagement over time, against an MQA threshold</a:t>
            </a:r>
          </a:p>
        </p:txBody>
      </p:sp>
      <p:pic>
        <p:nvPicPr>
          <p:cNvPr id="5" name="Picture 4" descr="m4-account-engagement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55" y="1371600"/>
            <a:ext cx="962898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MQA = Marketing Qualified Account: the account has earned enough weighted engagement to justify a hand-off to sales' most experienced closers, not a generic SDR sequence.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"dark funnel": what attribution never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Chris Walker's core argument: traditional b2b attribution models lose accuracy as more of the real buying journey moves outside trackable channels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Untrackable signals that still move a deal: competitor research, anonymous site visits, word-of-mouth, internal brainstorms, community discussions, online reviews, a colleague's Slack message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Practical response: don't over-trust last-touch or first-touch attribution alone — triangulate with self-reported "how did you hear about us" and directional signals (branded search volume, direct traffic) instead of chasing false precision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Relations — possible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New target-account contacts added to the database; contacts at DM/VP-and-above level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Engaged contacts / engaged directors; meetings, demos, audits, feasibility studies held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Directors participating in advisory councils or communities; joint innovation days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Subjective engagement-strength score per contact; growth in touches with target-account DMs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Attribution-weighted minutes and MQA status per account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4.4  Revenue — the funnel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Target accounts convert differently — same funnel, different economics</a:t>
            </a:r>
          </a:p>
        </p:txBody>
      </p:sp>
      <p:pic>
        <p:nvPicPr>
          <p:cNvPr id="5" name="Picture 4" descr="m4-segment-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43742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Illustrative comparison, adapted from the source material: current target accounts out-perform both brand-new target accounts and non-target accounts on every revenue metric that matters — bigger deals, higher win rate, shorter cycles, better retention, higher NPS.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waterfall funnel: cohorts moving through the pipeline by tier</a:t>
            </a:r>
          </a:p>
        </p:txBody>
      </p:sp>
      <p:pic>
        <p:nvPicPr>
          <p:cNvPr id="5" name="Picture 4" descr="m4-waterfall-funnel-by-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4" y="1371600"/>
            <a:ext cx="978100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simple goal-setting template: track how many accounts sit in each pipeline stage today, and where you expect that stack to shift over the next 1-3 months. This is the chart to rebuild in your own KPI workbook.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Illustrative dashboard: what a live ABM scorecard shows</a:t>
            </a:r>
          </a:p>
        </p:txBody>
      </p:sp>
      <p:pic>
        <p:nvPicPr>
          <p:cNvPr id="5" name="Picture 4" descr="m4-dashboard-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13" y="1371600"/>
            <a:ext cx="764166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The source deck's real screenshots showed a live client's actual named target accounts inside their CRM — not reproduced here. This mock-up shows the same shape: coverage, cumulative engagement, and pipeline value in one 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Revenue — possible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RFP / tender invitations from target accounts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Number, growth rate and velocity of opportunities in the pipeline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New pipeline opportunities this period; portfolio penetration (products sold per account)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Stage-to-stage conversion rate and average sales-cycle length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Win rate and average contract value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Target-account cohort performance vs. a non-target-account control group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4.5  Proving progress before deals close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What "proof of progress" looks like, by ABM tier</a:t>
            </a:r>
          </a:p>
        </p:txBody>
      </p:sp>
      <p:pic>
        <p:nvPicPr>
          <p:cNvPr id="5" name="Picture 4" descr="m4-proof-before-close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4356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signed contract can be 6-12+ months out, especially at the 1:1 strategic tier. Each tier has an earlier, honest proxy for "this is working" that you can report on before revenue shows up.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Keep it simple: one KPI table is enough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1153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Now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+3 months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+6 months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+12 months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Contacts in DB with email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Engaged contacts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Director-level meetings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Deals logged in CRM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Contract value (illustrative)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$300,000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$600,000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4.6  Agentic ABM in practice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MegaBrain: an agent workflow for this module</a:t>
            </a:r>
          </a:p>
        </p:txBody>
      </p:sp>
      <p:pic>
        <p:nvPicPr>
          <p:cNvPr id="5" name="Picture 4" descr="m4-ag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748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One weekly prompt, routed through MegaBrain's model-agnostic gateway, turns raw CRM and engagement exports into a written pipeline-health brief — which accounts moved, which stalled, and what to do about it — without a dedicated BI hire.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4-data-network-abstract.jpg"/>
          <p:cNvPicPr>
            <a:picLocks noChangeAspect="1"/>
          </p:cNvPicPr>
          <p:nvPr/>
        </p:nvPicPr>
        <p:blipFill>
          <a:blip r:embed="rId2"/>
          <a:srcRect l="27001" r="27001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Other agent tools for metrics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Dreamdata — B2B revenue-attribution platform, now shipping AI agents that turn multi-touch attribution data into plain-language pipeline narratives.  Databox — connects 130+ data sources into real-time KPI dashboards with an AI layer that surfaces summaries and forecasts.  HubSpot Breeze Assistant — CRM-native AI that drafts quick-look reports straight out of your existing HubSpot data.  Make / n8n — a scheduled workflow that pulls the week's funnel movement and posts a digest to Slack every Monday morning.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Exercises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1 — build your own 3R metrics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Pick the ABM tier you're actually running (Strategic 1:1, ABM Lite/cluster, or Programmatic) and state your target account count for this program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For each of the three groups — Revenue, Relations, Reputation — pick 2-3 metrics from this module's "possible metrics" lists that you can actually measure with your current tools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Set a target for each metric at four horizons: now, +3 months, +6 months, +12 months — round numbers are fine, precision isn't the point yet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Fill in the KPI workbook that ships with this module using your own numbers, not the illustrative example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Share the filled-in workbook with whoever owns sales for these accounts before the next session — a KPI plan nobody on the sales side has seen isn't a shared plan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2 — build an attribution-in-minutes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List every touch type your team actually uses today: calls, demos, webinars, direct mail, gated content downloads, email opens, meetings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Assign each one a weight (minutes, points — the unit doesn't matter, the relative ranking does) using this module's example as a starting point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Add a role multiplier: weight a CXO's engagement higher than an individual contributor's, the way Localytics' model does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Run the model against 3-5 real target accounts using whatever CRM/analytics data you can pull manually this week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Flag which accounts already look like an MQA (marketing-qualified account) by your own threshold, and send that shortlist to sales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3 — map your own "proof before close"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Using the tier-by-tier grid from section 4.5 as a template, write down what "progress" will concretely look like for your program at months 1-3, 4-6, and 6+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Be specific: not "more engagement" but "3 workshop-style calls booked with VP-or-above contacts at 5 of our 8 target accounts"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Share this timeline with your manager or executive sponsor now, before the program starts — it's much easier to get buy-in on what counts as progress before the numbers exist than after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Calendar a check-in at each milestone date to compare actual vs. this plan, the same way the JLL case study did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4 — run your first MegaBrain reporting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Export this week's account and opportunity data from your CRM (or use last week's homework's manual pull if you don't have full CRM access yet)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Using your MegaBrain account from Module 1, send a prompt asking the model to summarize funnel movement, flag stalled accounts, and suggest next actions — see the 4.6 workflow example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Compare the agent's brief against your own read of the same data: what did it get right, what did it miss or get wrong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Keep a running note of which prompts produce a brief you'd actually forward to your manager unedited — you'll refine this further in later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